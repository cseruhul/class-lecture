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Keyboard এ কোন আঙুল দিয়ে কোন বাটন চাপতে হয়?” অনেকেই কম্পিউটার চালায়  ঠিকই, কিন্তু টাইপিং করার সময় আঙুলের ঠিকঠাক ব্যবহার জানে না। ফলে টাইপিং ...">
            <a:extLst>
              <a:ext uri="{FF2B5EF4-FFF2-40B4-BE49-F238E27FC236}">
                <a16:creationId xmlns:a16="http://schemas.microsoft.com/office/drawing/2014/main" id="{11CF5350-6BAE-8A3D-A3B2-29F45BC73B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12" b="25033"/>
          <a:stretch>
            <a:fillRect/>
          </a:stretch>
        </p:blipFill>
        <p:spPr>
          <a:xfrm>
            <a:off x="1218205" y="670373"/>
            <a:ext cx="9755590" cy="55172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38379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HOME ROW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5060" y="6062472"/>
            <a:ext cx="469712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each line 3–5 times. Focus on correct finger placement.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1B22F-3C39-BA65-9928-F5C631A4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E64B2B-A5F6-31E0-3F85-8E9CA345E66A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EA7743-E5FF-0A2A-FDAD-5429DB523244}"/>
              </a:ext>
            </a:extLst>
          </p:cNvPr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F5C26-877C-73B1-37E0-C3372BF0B7B6}"/>
              </a:ext>
            </a:extLst>
          </p:cNvPr>
          <p:cNvSpPr txBox="1"/>
          <p:nvPr/>
        </p:nvSpPr>
        <p:spPr>
          <a:xfrm>
            <a:off x="1508760" y="210312"/>
            <a:ext cx="38379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HOME ROW PRACTICE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5CB1AB-346A-7E73-E711-8E186AFCF2C6}"/>
              </a:ext>
            </a:extLst>
          </p:cNvPr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D5B25-CAFB-8911-89C1-F52E1AA3D779}"/>
              </a:ext>
            </a:extLst>
          </p:cNvPr>
          <p:cNvSpPr txBox="1"/>
          <p:nvPr/>
        </p:nvSpPr>
        <p:spPr>
          <a:xfrm>
            <a:off x="1051560" y="1783080"/>
            <a:ext cx="5044440" cy="40233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>
                <a:latin typeface="Hind Siliguri" panose="02000000000000000000" pitchFamily="2" charset="0"/>
                <a:cs typeface="Hind Siliguri" panose="02000000000000000000" pitchFamily="2" charset="0"/>
              </a:rPr>
              <a:t>asdf jkl;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>
                <a:latin typeface="Hind Siliguri" panose="02000000000000000000" pitchFamily="2" charset="0"/>
                <a:cs typeface="Hind Siliguri" panose="02000000000000000000" pitchFamily="2" charset="0"/>
              </a:rPr>
              <a:t>asdf jkl;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>
                <a:latin typeface="Hind Siliguri" panose="02000000000000000000" pitchFamily="2" charset="0"/>
                <a:cs typeface="Hind Siliguri" panose="02000000000000000000" pitchFamily="2" charset="0"/>
              </a:rPr>
              <a:t>asdf fdsa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>
                <a:latin typeface="Hind Siliguri" panose="02000000000000000000" pitchFamily="2" charset="0"/>
                <a:cs typeface="Hind Siliguri" panose="02000000000000000000" pitchFamily="2" charset="0"/>
              </a:rPr>
              <a:t>jkl; ;lkj</a:t>
            </a:r>
            <a:endParaRPr sz="5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55246C-4A53-5408-9C0B-5BD7E33E3232}"/>
              </a:ext>
            </a:extLst>
          </p:cNvPr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BBDC-582A-6515-8DF4-BDD4EB26A90C}"/>
              </a:ext>
            </a:extLst>
          </p:cNvPr>
          <p:cNvSpPr txBox="1"/>
          <p:nvPr/>
        </p:nvSpPr>
        <p:spPr>
          <a:xfrm>
            <a:off x="3755060" y="6062472"/>
            <a:ext cx="469712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each line 3–5 times. Focus on correct finger placement.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9E4E8-69A2-E1D3-ECE5-2EA884F8EA37}"/>
              </a:ext>
            </a:extLst>
          </p:cNvPr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4EA6722-7DFA-D3EE-9539-2FF20ABE7754}"/>
              </a:ext>
            </a:extLst>
          </p:cNvPr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15 MINUTES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D80BE-980D-F21C-B908-FFAC97660FC1}"/>
              </a:ext>
            </a:extLst>
          </p:cNvPr>
          <p:cNvSpPr txBox="1"/>
          <p:nvPr/>
        </p:nvSpPr>
        <p:spPr>
          <a:xfrm>
            <a:off x="6096000" y="1783080"/>
            <a:ext cx="54711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aa ss dd ff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jj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 kk </a:t>
            </a: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ll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 ;;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asdf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jkl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; </a:t>
            </a: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asdf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jkl</a:t>
            </a: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BB4C9C-F4EE-D32C-E73F-CB270C7BC219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6103620" y="1508760"/>
            <a:ext cx="0" cy="434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82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40062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UPPER &amp; LOWER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840" y="1783080"/>
            <a:ext cx="5471161" cy="3905685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q w e r t y u </a:t>
            </a:r>
            <a:r>
              <a:rPr sz="5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i</a:t>
            </a:r>
            <a:r>
              <a:rPr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 o p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z x c v b n m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we were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write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40445" y="6062472"/>
            <a:ext cx="49263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slowly. Reach for each row, then return to the Home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20 MINUTES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B3A08-E0B1-8AB0-8889-5656531EBBB7}"/>
              </a:ext>
            </a:extLst>
          </p:cNvPr>
          <p:cNvSpPr txBox="1"/>
          <p:nvPr/>
        </p:nvSpPr>
        <p:spPr>
          <a:xfrm>
            <a:off x="6096001" y="1783080"/>
            <a:ext cx="54559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van man can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mix box six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sz="5400" dirty="0">
                <a:latin typeface="Hind Siliguri" panose="02000000000000000000" pitchFamily="2" charset="0"/>
                <a:cs typeface="Hind Siliguri" panose="02000000000000000000" pitchFamily="2" charset="0"/>
              </a:rPr>
              <a:t>quiet quite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91105-D033-7DE2-8B86-A88AD8C73845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6103620" y="1508760"/>
            <a:ext cx="0" cy="434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3179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COMMON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3813352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000" dirty="0">
                <a:latin typeface="Hind Siliguri" panose="02000000000000000000" pitchFamily="2" charset="0"/>
                <a:cs typeface="Hind Siliguri" panose="02000000000000000000" pitchFamily="2" charset="0"/>
              </a:rPr>
              <a:t>book   pen   paper   table   chair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000" dirty="0">
                <a:latin typeface="Hind Siliguri" panose="02000000000000000000" pitchFamily="2" charset="0"/>
                <a:cs typeface="Hind Siliguri" panose="02000000000000000000" pitchFamily="2" charset="0"/>
              </a:rPr>
              <a:t>school   college   student   teacher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000" dirty="0">
                <a:latin typeface="Hind Siliguri" panose="02000000000000000000" pitchFamily="2" charset="0"/>
                <a:cs typeface="Hind Siliguri" panose="02000000000000000000" pitchFamily="2" charset="0"/>
              </a:rPr>
              <a:t>computer   keyboard   monitor   mouse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000" dirty="0">
                <a:latin typeface="Hind Siliguri" panose="02000000000000000000" pitchFamily="2" charset="0"/>
                <a:cs typeface="Hind Siliguri" panose="02000000000000000000" pitchFamily="2" charset="0"/>
              </a:rPr>
              <a:t>window   screen   folder   file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000" dirty="0">
                <a:latin typeface="Hind Siliguri" panose="02000000000000000000" pitchFamily="2" charset="0"/>
                <a:cs typeface="Hind Siliguri" panose="02000000000000000000" pitchFamily="2" charset="0"/>
              </a:rPr>
              <a:t>lesson   practice   learning   writing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30639" y="6062472"/>
            <a:ext cx="514596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each word group 2–3 times. Keep one space between 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15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53511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SENTENCES &amp; CAPITAL LETTERS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55920" cy="3290131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I am a student.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I have a book.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This is my pen.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I go to college.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06782" y="6062472"/>
            <a:ext cx="49936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every sentence twice. Practise Shift, spaces, and full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20 MINUTES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434F5A-7BB8-6852-0082-9D74EF3D71A5}"/>
              </a:ext>
            </a:extLst>
          </p:cNvPr>
          <p:cNvSpPr txBox="1"/>
          <p:nvPr/>
        </p:nvSpPr>
        <p:spPr>
          <a:xfrm>
            <a:off x="6096000" y="1783080"/>
            <a:ext cx="545591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lang="en-US"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I use a computer.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lang="en-US"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My teacher is helpful.</a:t>
            </a:r>
          </a:p>
          <a:p>
            <a:pPr algn="l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lang="en-US" sz="4400" dirty="0">
                <a:latin typeface="Hind Siliguri" panose="02000000000000000000" pitchFamily="2" charset="0"/>
                <a:cs typeface="Hind Siliguri" panose="02000000000000000000" pitchFamily="2" charset="0"/>
              </a:rPr>
              <a:t>Typing is a useful skill.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579A6A-8DB4-D920-58CA-38974E85DA5F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6103620" y="1508760"/>
            <a:ext cx="0" cy="434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58849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NUMBERS &amp; SPECIAL CHARACTERS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3520964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1234567890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0987654321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12 23 34 45 56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Student ID: 241001</a:t>
            </a:r>
            <a:endParaRPr lang="en-US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Marks: 85%   A + B = C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10 &gt; 5   |   5 &lt; 10</a:t>
            </a:r>
          </a:p>
          <a:p>
            <a:pPr algn="ctr">
              <a:spcAft>
                <a:spcPts val="1200"/>
              </a:spcAft>
              <a:defRPr sz="2300">
                <a:solidFill>
                  <a:srgbClr val="26303D"/>
                </a:solidFill>
                <a:latin typeface="Consolas"/>
              </a:defRPr>
            </a:pP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Hello, World!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84528" y="6062472"/>
            <a:ext cx="483818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each line twice. Practise Number Row and Shift symbols.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20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731520" cy="512064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0312"/>
            <a:ext cx="50305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FINAL PARAGRAPH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27080" cy="4343400"/>
          </a:xfrm>
          <a:prstGeom prst="roundRect">
            <a:avLst/>
          </a:prstGeom>
          <a:solidFill>
            <a:srgbClr val="F0F6FC"/>
          </a:solidFill>
          <a:ln w="1524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399801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just">
              <a:spcAft>
                <a:spcPts val="1200"/>
              </a:spcAft>
              <a:defRPr sz="2300">
                <a:solidFill>
                  <a:srgbClr val="26303D"/>
                </a:solidFill>
                <a:latin typeface="Aptos"/>
              </a:defRPr>
            </a:pPr>
            <a:r>
              <a:rPr sz="3600" dirty="0">
                <a:latin typeface="Hind Siliguri" panose="02000000000000000000" pitchFamily="2" charset="0"/>
                <a:cs typeface="Hind Siliguri" panose="02000000000000000000" pitchFamily="2" charset="0"/>
              </a:rPr>
              <a:t>I am a Diploma Engineering student. I want to improve my computer skills. I will practice typing every day. A keyboard has many keys, and each key has a specific purpose. Good typing skills help me prepare assignments, reports, and presentations. I will focus on accuracy before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16752"/>
            <a:ext cx="10927080" cy="47548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94385" y="6062472"/>
            <a:ext cx="541847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B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Type the paragraph 2–3 times. Correct errors before increasing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081" y="6537960"/>
            <a:ext cx="24977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180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ENGLISH TYPING PRACTICE  •  BEGINNER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74320"/>
            <a:ext cx="2148840" cy="457200"/>
          </a:xfrm>
          <a:prstGeom prst="roundRect">
            <a:avLst/>
          </a:prstGeom>
          <a:solidFill>
            <a:srgbClr val="19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TIME: 30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386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Ruhul_Amin</dc:creator>
  <cp:keywords/>
  <dc:description>generated using python-pptx</dc:description>
  <cp:lastModifiedBy>Ruhul Amin</cp:lastModifiedBy>
  <cp:revision>6</cp:revision>
  <dcterms:created xsi:type="dcterms:W3CDTF">2013-01-27T09:14:16Z</dcterms:created>
  <dcterms:modified xsi:type="dcterms:W3CDTF">2026-10-11T05:01:52Z</dcterms:modified>
  <cp:category/>
</cp:coreProperties>
</file>