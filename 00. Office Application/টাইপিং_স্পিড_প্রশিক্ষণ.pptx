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7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457200"/>
            <a:ext cx="1188720" cy="1188720"/>
          </a:xfrm>
          <a:prstGeom prst="ellipse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789920" y="1371600"/>
            <a:ext cx="594360" cy="594360"/>
          </a:xfrm>
          <a:prstGeom prst="ellipse">
            <a:avLst/>
          </a:prstGeom>
          <a:solidFill>
            <a:srgbClr val="F0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9509760" y="1828800"/>
            <a:ext cx="411480" cy="411480"/>
          </a:xfrm>
          <a:prstGeom prst="ellipse">
            <a:avLst/>
          </a:prstGeom>
          <a:solidFill>
            <a:srgbClr val="2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955279" cy="40934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300" b="1">
                <a:solidFill>
                  <a:srgbClr val="97DCD5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কম্পিউটার টাইপিং প্রশিক্ষণ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784080" cy="104028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কিবোর্ডে আঙুলের সঠিক অবস্থান</a:t>
            </a:r>
            <a:br>
              <a:rPr>
                <a:latin typeface="Hind Siliguri" panose="02000000000000000000" pitchFamily="2" charset="0"/>
                <a:cs typeface="Hind Siliguri" panose="02000000000000000000" pitchFamily="2" charset="0"/>
              </a:rPr>
            </a:b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ও টাইপিং স্পিড বাড়ানোর কৌশল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7223760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0">
                <a:solidFill>
                  <a:srgbClr val="E0E8F4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সঠিক আঙুল • সঠিক কী • নিয়মিত অনুশীলন</a:t>
            </a:r>
          </a:p>
        </p:txBody>
      </p:sp>
      <p:pic>
        <p:nvPicPr>
          <p:cNvPr id="8" name="Picture 7" descr="20261011_0904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921680"/>
            <a:ext cx="4297680" cy="22607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126480"/>
            <a:ext cx="530352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300" b="0">
                <a:solidFill>
                  <a:srgbClr val="BECBE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প্রশিক্ষণ স্লাইড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0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হোম রো: আঙুল রাখার শুরুর জায়গা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43000" cy="54864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5F6C8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03</a:t>
            </a:r>
          </a:p>
        </p:txBody>
      </p:sp>
      <p:pic>
        <p:nvPicPr>
          <p:cNvPr id="5" name="Picture 4" descr="20261011_0904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7148"/>
            <a:ext cx="6400800" cy="35379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2588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20" y="1325880"/>
            <a:ext cx="82296" cy="960120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33488" y="1472184"/>
            <a:ext cx="4041648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বাম হাত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3488" y="1947672"/>
            <a:ext cx="4041648" cy="286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কনিষ্ঠা: A  •  অনামিকা: S  •  মধ্যমা: D  •  তর্জনী: 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51460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32320" y="2514600"/>
            <a:ext cx="82296" cy="960120"/>
          </a:xfrm>
          <a:prstGeom prst="rect">
            <a:avLst/>
          </a:prstGeom>
          <a:solidFill>
            <a:srgbClr val="2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33488" y="2660904"/>
            <a:ext cx="4041648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ডান হাত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3136392"/>
            <a:ext cx="4041648" cy="286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তর্জনী: J  •  মধ্যমা: K  •  অনামিকা: L  •  কনিষ্ঠা: 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703320"/>
            <a:ext cx="4389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32320" y="3703320"/>
            <a:ext cx="82296" cy="960120"/>
          </a:xfrm>
          <a:prstGeom prst="rect">
            <a:avLst/>
          </a:prstGeom>
          <a:solidFill>
            <a:srgbClr val="F0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3488" y="3849624"/>
            <a:ext cx="4041648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বুড়ো আঙুল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4158105"/>
            <a:ext cx="4041648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স্পেসবার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চাপবে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—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সাধারণত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যে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হাত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সুবিধাজনক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,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সেই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হাতের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বুড়ো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আঙুল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দিয়ে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1069848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600" b="0">
                <a:solidFill>
                  <a:srgbClr val="5F6C8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F ও J কী-তে ছোট উঁচু দাগ থাকে—চোখ না তুলেই হোম রো খুঁজতে সাহায্য করে।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0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কোন আঙুল কোন কী চাপবে?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43000" cy="54864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5F6C8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04</a:t>
            </a:r>
          </a:p>
        </p:txBody>
      </p:sp>
      <p:pic>
        <p:nvPicPr>
          <p:cNvPr id="5" name="Picture 4" descr="20261011_0903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07" y="1051560"/>
            <a:ext cx="4878585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143000"/>
            <a:ext cx="4937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37960" y="1143000"/>
            <a:ext cx="82296" cy="914400"/>
          </a:xfrm>
          <a:prstGeom prst="rect">
            <a:avLst/>
          </a:prstGeom>
          <a:solidFill>
            <a:srgbClr val="DC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39128" y="1289304"/>
            <a:ext cx="4590288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বাম কনিষ্ঠা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1764792"/>
            <a:ext cx="4590288" cy="286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Q, A, Z এবং বাম পাশের Tab / Caps Lock / Shift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212848"/>
            <a:ext cx="4937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37960" y="2212848"/>
            <a:ext cx="82296" cy="914400"/>
          </a:xfrm>
          <a:prstGeom prst="rect">
            <a:avLst/>
          </a:prstGeom>
          <a:solidFill>
            <a:srgbClr val="F0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39128" y="2359152"/>
            <a:ext cx="4590288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বাম অনামিকা ও মধ্যমা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834640"/>
            <a:ext cx="4590288" cy="286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অনামিকা: W, S, X  |  মধ্যমা: E, D, 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282696"/>
            <a:ext cx="4937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37960" y="3282696"/>
            <a:ext cx="82296" cy="914400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39128" y="3429000"/>
            <a:ext cx="4590288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বাম তর্জনী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3904487"/>
            <a:ext cx="4590288" cy="2862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R, T, F, G, V,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352544"/>
            <a:ext cx="4937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37960" y="4352544"/>
            <a:ext cx="82296" cy="914400"/>
          </a:xfrm>
          <a:prstGeom prst="rect">
            <a:avLst/>
          </a:prstGeom>
          <a:solidFill>
            <a:srgbClr val="2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39128" y="4498848"/>
            <a:ext cx="4590288" cy="3477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ডান হাত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4734499"/>
            <a:ext cx="4590288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ডান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তর্জনী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: Y, U, H, J, N, M;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মধ্যমা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: I, K, ,;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অনামিকা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: O, L, .; </a:t>
            </a:r>
            <a:r>
              <a:rPr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কনিষ্ঠা</a:t>
            </a:r>
            <a:r>
              <a:rPr dirty="0">
                <a:latin typeface="Hind Siliguri" panose="02000000000000000000" pitchFamily="2" charset="0"/>
                <a:cs typeface="Hind Siliguri" panose="02000000000000000000" pitchFamily="2" charset="0"/>
              </a:rPr>
              <a:t>: P, ;, 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3922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C4C"/>
                </a:solidFill>
                <a:latin typeface="Nirmala U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আঙুলভিত্তিক কী-গাইড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4724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303C"/>
                </a:solidFill>
                <a:latin typeface="Nirmala U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সাধারণ QWERTY কীবোর্ডের জন্য সহজ নির্দেশিকা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992535"/>
              </p:ext>
            </p:extLst>
          </p:nvPr>
        </p:nvGraphicFramePr>
        <p:xfrm>
          <a:off x="731520" y="141732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আঙুল</a:t>
                      </a:r>
                    </a:p>
                  </a:txBody>
                  <a:tcPr>
                    <a:solidFill>
                      <a:srgbClr val="192C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যে কী-গুলো চাপবে</a:t>
                      </a:r>
                    </a:p>
                  </a:txBody>
                  <a:tcPr>
                    <a:solidFill>
                      <a:srgbClr val="192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বাম হাতের কনিষ্ঠা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Q, A, Z, Tab, Caps Lock, Shift (বাম)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বাম হাতের অনামিকা</a:t>
                      </a:r>
                    </a:p>
                  </a:txBody>
                  <a:tcPr anchor="ctr"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W, S, X</a:t>
                      </a:r>
                    </a:p>
                  </a:txBody>
                  <a:tcPr anchor="ctr">
                    <a:solidFill>
                      <a:srgbClr val="E6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বাম হাতের মধ্যমা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E, D,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বাম হাতের তর্জনী</a:t>
                      </a:r>
                    </a:p>
                  </a:txBody>
                  <a:tcPr anchor="ctr"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R, T, F, G, V, B</a:t>
                      </a:r>
                    </a:p>
                  </a:txBody>
                  <a:tcPr anchor="ctr">
                    <a:solidFill>
                      <a:srgbClr val="E6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 dirty="0" err="1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ডান</a:t>
                      </a:r>
                      <a:r>
                        <a:rPr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 </a:t>
                      </a:r>
                      <a:r>
                        <a:rPr dirty="0" err="1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হাতের</a:t>
                      </a:r>
                      <a:r>
                        <a:rPr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 </a:t>
                      </a:r>
                      <a:r>
                        <a:rPr dirty="0" err="1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তর্জনী</a:t>
                      </a:r>
                      <a:endParaRPr dirty="0">
                        <a:latin typeface="Hind Siliguri" panose="02000000000000000000" pitchFamily="2" charset="0"/>
                        <a:cs typeface="Hind Siliguri" panose="02000000000000000000" pitchFamily="2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Y, U, H, J, N,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ডান হাতের মধ্যমা</a:t>
                      </a:r>
                    </a:p>
                  </a:txBody>
                  <a:tcPr anchor="ctr"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I, K, ,</a:t>
                      </a:r>
                    </a:p>
                  </a:txBody>
                  <a:tcPr anchor="ctr">
                    <a:solidFill>
                      <a:srgbClr val="E6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ডান হাতের অনামিকা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O, L, 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ডান হাতের কনিষ্ঠা</a:t>
                      </a:r>
                    </a:p>
                  </a:txBody>
                  <a:tcPr anchor="ctr">
                    <a:solidFill>
                      <a:srgbClr val="E6EF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P, ;, /, Enter, Backspace, Shift (ডান)</a:t>
                      </a:r>
                    </a:p>
                  </a:txBody>
                  <a:tcPr anchor="ctr">
                    <a:solidFill>
                      <a:srgbClr val="E6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বুড়ো আঙুল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8303C"/>
                          </a:solidFill>
                          <a:latin typeface="Nirmala UI"/>
                        </a:defRPr>
                      </a:pPr>
                      <a:r>
                        <a:rPr dirty="0">
                          <a:latin typeface="Hind Siliguri" panose="02000000000000000000" pitchFamily="2" charset="0"/>
                          <a:cs typeface="Hind Siliguri" panose="02000000000000000000" pitchFamily="2" charset="0"/>
                        </a:rPr>
                        <a:t>Spacebar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56832"/>
            <a:ext cx="121916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92861" y="6400800"/>
            <a:ext cx="246573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  <a:latin typeface="Nirmala U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টাইপিং অনুশীলন • সঠিক আঙুলের ব্যবহার  |  স্লাইড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0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কী চাপার পর আঙুল কোথায় ফিরবে?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43000" cy="54864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48640" cy="2092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5F6C8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6400800" cy="4364272"/>
          </a:xfrm>
          <a:prstGeom prst="rect">
            <a:avLst/>
          </a:prstGeom>
          <a:noFill/>
        </p:spPr>
        <p:txBody>
          <a:bodyPr wrap="square" lIns="54864" tIns="36576" rIns="45720" bIns="18288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73142"/>
                </a:solidFill>
                <a:latin typeface="Noto Sans Bengali"/>
              </a:defRPr>
            </a:pP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যে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আঙুল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যে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কী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চাপবে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,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সেটি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চাপার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আবার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হোম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রোতে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ফিরবে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  <a:p>
            <a:pPr>
              <a:spcAft>
                <a:spcPts val="1200"/>
              </a:spcAft>
              <a:defRPr sz="2000">
                <a:solidFill>
                  <a:srgbClr val="273142"/>
                </a:solidFill>
                <a:latin typeface="Noto Sans Bengali"/>
              </a:defRPr>
            </a:pP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কোনো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কী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চাপতে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পুরো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হাত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টেনে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নিয়ে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যাবে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না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—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প্রয়োজনমতো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শুধু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আঙুল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নাড়াবে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  <a:p>
            <a:pPr>
              <a:spcAft>
                <a:spcPts val="1200"/>
              </a:spcAft>
              <a:defRPr sz="2000">
                <a:solidFill>
                  <a:srgbClr val="273142"/>
                </a:solidFill>
                <a:latin typeface="Noto Sans Bengali"/>
              </a:defRPr>
            </a:pP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বাম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হাতের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আঙুল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দিয়ে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বাম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পাশের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কী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,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ডান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হাত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দিয়ে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ডান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পাশের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কী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চাপবে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  <a:p>
            <a:pPr>
              <a:spcAft>
                <a:spcPts val="1200"/>
              </a:spcAft>
              <a:defRPr sz="2000">
                <a:solidFill>
                  <a:srgbClr val="273142"/>
                </a:solidFill>
                <a:latin typeface="Noto Sans Bengali"/>
              </a:defRPr>
            </a:pP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বড়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হাতের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অক্ষর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লিখতে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বিপরীত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হাতের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Shift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ব্যবহার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করো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  <a:p>
            <a:pPr>
              <a:spcAft>
                <a:spcPts val="1200"/>
              </a:spcAft>
              <a:defRPr sz="2000">
                <a:solidFill>
                  <a:srgbClr val="273142"/>
                </a:solidFill>
                <a:latin typeface="Noto Sans Bengali"/>
              </a:defRPr>
            </a:pP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•  Enter, Backspace, Tab ও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চিহ্নের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কী-গুলোও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ধীরে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ধীরে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অনুশীলন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 </a:t>
            </a:r>
            <a:r>
              <a:rPr sz="2400" dirty="0" err="1">
                <a:latin typeface="Hind Siliguri" panose="02000000000000000000" pitchFamily="2" charset="0"/>
                <a:cs typeface="Hind Siliguri" panose="02000000000000000000" pitchFamily="2" charset="0"/>
              </a:rPr>
              <a:t>করো</a:t>
            </a:r>
            <a:r>
              <a:rPr sz="2400" dirty="0">
                <a:latin typeface="Hind Siliguri" panose="02000000000000000000" pitchFamily="2" charset="0"/>
                <a:cs typeface="Hind Siliguri" panose="02000000000000000000" pitchFamily="2" charset="0"/>
              </a:rPr>
              <a:t>।</a:t>
            </a:r>
          </a:p>
        </p:txBody>
      </p:sp>
      <p:pic>
        <p:nvPicPr>
          <p:cNvPr id="6" name="Picture 5" descr="20261011_0904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87140"/>
            <a:ext cx="4297680" cy="2260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52360" y="4892040"/>
            <a:ext cx="393192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500" b="0">
                <a:solidFill>
                  <a:srgbClr val="5F6C8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কিবোর্ডের রঙের ভাগগুলো আঙুলের এলাকা মনে রাখতে সাহায্য করবে।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700" b="1">
                <a:solidFill>
                  <a:srgbClr val="18274B"/>
                </a:solidFill>
                <a:latin typeface="Noto Sans Bengali"/>
              </a:defRPr>
            </a:pPr>
            <a:r>
              <a:rPr sz="3200">
                <a:latin typeface="Hind Siliguri" panose="02000000000000000000" pitchFamily="2" charset="0"/>
                <a:cs typeface="Hind Siliguri" panose="02000000000000000000" pitchFamily="2" charset="0"/>
              </a:rPr>
              <a:t>টাইপ করার সঠিক ভঙ্গি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68680"/>
            <a:ext cx="1143000" cy="54864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73952"/>
            <a:ext cx="54864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00" b="0">
                <a:solidFill>
                  <a:srgbClr val="5F6C80"/>
                </a:solidFill>
                <a:latin typeface="Noto Sans Bengali"/>
              </a:defRPr>
            </a:pPr>
            <a:r>
              <a:rPr sz="1100">
                <a:latin typeface="Hind Siliguri" panose="02000000000000000000" pitchFamily="2" charset="0"/>
                <a:cs typeface="Hind Siliguri" panose="02000000000000000000" pitchFamily="2" charset="0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82296" cy="1325880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7" y="1380744"/>
            <a:ext cx="3172968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বসার ভঙ্গি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72968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পিঠ সোজা, কাঁধ শিথিল; পা মেঝেতে বা ফুটরেস্টে রাখো।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82296" cy="1325880"/>
          </a:xfrm>
          <a:prstGeom prst="rect">
            <a:avLst/>
          </a:prstGeom>
          <a:solidFill>
            <a:srgbClr val="2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44568" y="1380744"/>
            <a:ext cx="3172968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হাত ও কবজি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72968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কবজি সোজা রাখো; কিবোর্ডে জোরে আঘাত কোরো না।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82296" cy="1325880"/>
          </a:xfrm>
          <a:prstGeom prst="rect">
            <a:avLst/>
          </a:prstGeom>
          <a:solidFill>
            <a:srgbClr val="F0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47888" y="1380744"/>
            <a:ext cx="3172968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স্ক্রিন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72968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স্ক্রিন চোখের কাছাকাছি উচ্চতায় রাখো; খুব ঝুঁকে বসবে না।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971800"/>
            <a:ext cx="4846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2971800"/>
            <a:ext cx="82296" cy="1371600"/>
          </a:xfrm>
          <a:prstGeom prst="rect">
            <a:avLst/>
          </a:prstGeom>
          <a:solidFill>
            <a:srgbClr val="36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568" y="3118104"/>
            <a:ext cx="4498848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ছোট বিরতি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593592"/>
            <a:ext cx="4498848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প্রতি ২০–৩০ মিনিটে একটু বিরতি নাও, আঙুল ও কাঁধ শিথিল করো।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971800"/>
            <a:ext cx="4846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82296" cy="1371600"/>
          </a:xfrm>
          <a:prstGeom prst="rect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0528" y="3118104"/>
            <a:ext cx="4498848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900" b="1">
                <a:solidFill>
                  <a:srgbClr val="18274B"/>
                </a:solidFill>
                <a:latin typeface="Noto Sans Bengali"/>
              </a:defRPr>
            </a:pPr>
            <a:r>
              <a:rPr sz="2400">
                <a:latin typeface="Hind Siliguri" panose="02000000000000000000" pitchFamily="2" charset="0"/>
                <a:cs typeface="Hind Siliguri" panose="02000000000000000000" pitchFamily="2" charset="0"/>
              </a:rPr>
              <a:t>চোখ কিবোর্ডে নয়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593592"/>
            <a:ext cx="4498848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0">
                <a:solidFill>
                  <a:srgbClr val="273142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সম্ভব হলে স্ক্রিন/লেখার দিকে তাকিয়ে টাইপ করো—এটাই টাচ টাইপিং।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241280" cy="3170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700" b="0">
                <a:solidFill>
                  <a:srgbClr val="5F6C80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ব্যথা বা অবশভাব হলে থেমে বিশ্রাম নাও এবং ভঙ্গি ঠিক করো।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0698480" cy="51706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মনে রাখার ৪টি কথা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1600200"/>
            <a:ext cx="566928" cy="566928"/>
          </a:xfrm>
          <a:prstGeom prst="ellipse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1682496"/>
            <a:ext cx="5669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636776"/>
            <a:ext cx="713232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হোম রোতে আঙুল রাখো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560320"/>
            <a:ext cx="566928" cy="566928"/>
          </a:xfrm>
          <a:prstGeom prst="ellipse">
            <a:avLst/>
          </a:prstGeom>
          <a:solidFill>
            <a:srgbClr val="F0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642615"/>
            <a:ext cx="5669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596896"/>
            <a:ext cx="713232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প্রতিটি আঙুলের নির্দিষ্ট কী আছে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520440"/>
            <a:ext cx="566928" cy="566928"/>
          </a:xfrm>
          <a:prstGeom prst="ellipse">
            <a:avLst/>
          </a:prstGeom>
          <a:solidFill>
            <a:srgbClr val="1E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3602736"/>
            <a:ext cx="5669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557016"/>
            <a:ext cx="713232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নির্ভুলতা আগে, গতি পরে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0" y="4480560"/>
            <a:ext cx="566928" cy="566928"/>
          </a:xfrm>
          <a:prstGeom prst="ellipse">
            <a:avLst/>
          </a:prstGeom>
          <a:solidFill>
            <a:srgbClr val="F0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4562856"/>
            <a:ext cx="566928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517136"/>
            <a:ext cx="713232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প্রতিদিন ২০ মিনিট অনুশীলন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300" b="1">
                <a:solidFill>
                  <a:srgbClr val="97DCD5"/>
                </a:solidFill>
                <a:latin typeface="Noto Sans Bengali"/>
              </a:defRPr>
            </a:pPr>
            <a:r>
              <a:rPr>
                <a:latin typeface="Hind Siliguri" panose="02000000000000000000" pitchFamily="2" charset="0"/>
                <a:cs typeface="Hind Siliguri" panose="02000000000000000000" pitchFamily="2" charset="0"/>
              </a:rPr>
              <a:t>ধন্যবাদ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514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Hind Siliguri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Ruhul Amin</cp:lastModifiedBy>
  <cp:revision>8</cp:revision>
  <dcterms:created xsi:type="dcterms:W3CDTF">2013-01-27T09:14:16Z</dcterms:created>
  <dcterms:modified xsi:type="dcterms:W3CDTF">2026-10-11T05:08:30Z</dcterms:modified>
  <cp:category/>
</cp:coreProperties>
</file>